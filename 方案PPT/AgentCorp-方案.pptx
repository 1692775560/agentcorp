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" name="Picture 8" descr="c09-adam-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355676"/>
            <a:ext cx="5577840" cy="20552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26345" y="1572768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endParaRPr sz="2400" b="1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121408"/>
            <a:ext cx="5394960" cy="122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为你的工作流</a:t>
            </a:r>
            <a:r>
              <a:rPr sz="38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招一支合得来的团队</a:t>
            </a:r>
            <a:endParaRPr sz="38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8680" y="3803904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096512"/>
            <a:ext cx="5120640" cy="311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不选最强的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Agent，选最合得来的那一个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512064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面向企业与个人的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 Agent 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适配与协同平台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·　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数字人事部</a:t>
            </a:r>
            <a:endParaRPr sz="1150" b="0" dirty="0">
              <a:solidFill>
                <a:srgbClr val="C9BFAC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spcAft>
                <a:spcPts val="0"/>
              </a:spcAft>
            </a:pP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MIT </a:t>
            </a:r>
            <a:r>
              <a:rPr sz="110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|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为谁做、解决什么、怎么解、凭什么可信。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24712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89304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项目名称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615184"/>
            <a:ext cx="4605375" cy="209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AgentCorp：Agent 适配与协同平台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61607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26199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问题与场景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15184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的供给在爆发，选型的依据却没有跟上。跑分衡量的是模型的通用能力，回答不了「它能不能融进我这条工作流」。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24712" y="3758184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89304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核心解决方案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4059936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用真实工种任务做多维实测，算出「它与你」的契合度；再把合适的几个 Agent 编成一支队伍，嵌进你原有的流程。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61607" y="3758184"/>
            <a:ext cx="91440" cy="91440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26199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创新点与差异化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4059936"/>
            <a:ext cx="4605375" cy="6698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其一，评估发生在真实工作流里——模糊需求、多轮澄清、人在回路，而不是一道标准题；其二，评估视角是参数，同一个 Agent 对不同的人给出不同的契合度。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27532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68680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1124712" y="5202936"/>
            <a:ext cx="91440" cy="91440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89304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开放 / 复用价值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MIT 开源。评估方法层、能力注册内核、观测投影三者互不依赖，任何做 Agent 评估的团队都可以只取走其中一个。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6723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164427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205575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461607" y="5202936"/>
            <a:ext cx="91440" cy="91440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26199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当前进展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1607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 Agent 与五个能力单元可运行，闭环能离线跑通并留存证据，651 + 282 项自动化测试通过。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问题已经不是「有没有Agent可用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而是「哪个</a:t>
            </a:r>
            <a:r>
              <a:rPr lang="en-US" altLang="zh-CN"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真的接得住我</a:t>
            </a:r>
            <a:r>
              <a:rPr lang="zh-CN" altLang="en-US"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干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的活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职场人的一天，从来不是一道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对错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需求半路才说清、上下文散在几个窗口里、真正的决定还得自己拍板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10-one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907" y="2084832"/>
            <a:ext cx="3957880" cy="1554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40233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一句「帮我把这个整理一下」开始，边做边问才知道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需求和方向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到底要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怎么走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775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38546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42661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700930" y="40233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88381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93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同一件事在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多个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工具之间来回搬运，上下文靠人脑接力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568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4339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98454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8258860" y="402336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44174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下班前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86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真正有风险的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决定思考再三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仍然要自己确认了才敢发出去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58384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一天里真正耗人的，不是难题，而是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接力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——把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思路、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工具、上下文和判断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一次次接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起来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供给在增长，契合才是选择困难症的解药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候选每周都在变多，可用来判断的依据，还停留在几年前。</a:t>
            </a:r>
          </a:p>
        </p:txBody>
      </p:sp>
      <p:pic>
        <p:nvPicPr>
          <p:cNvPr id="9" name="Picture 8" descr="n01-choice-over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003" y="2267712"/>
            <a:ext cx="2092486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小白所</a:t>
            </a:r>
            <a:r>
              <a:rPr sz="1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能看到的</a:t>
            </a:r>
            <a:endParaRPr sz="1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star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数、一份漂亮的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README、别人一句「挺好用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以及某张榜单上的名次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401116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2887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7002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4434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8947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我们真正想问的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6496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它接不接得住我这类活？多轮沟通下来顺不顺手？放进我现有的流程里，会不会卡住？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99176"/>
            <a:ext cx="5540358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看得到的都是别人的经验，想问的全都</a:t>
            </a:r>
            <a:r>
              <a:rPr lang="zh-CN" altLang="en-US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是</a:t>
            </a: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关于自己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跑分很高，不等于能替你干这份活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榜单衡量的是模型有多强，而你要判断的是它与你这条流程合不合得上。</a:t>
            </a:r>
          </a:p>
        </p:txBody>
      </p:sp>
      <p:pic>
        <p:nvPicPr>
          <p:cNvPr id="9" name="Picture 8" descr="n02-score-not-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934" y="2558957"/>
            <a:ext cx="5018080" cy="28007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榜单里的题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10146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题面清晰、答案唯一、一问一答，没有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长期使用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历史，也没有你的偏好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35502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53206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94354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6867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813810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你手上的活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50868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需求先是模糊的，边聊边清楚；带着你的口味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、审美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习惯和既定流程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23510"/>
            <a:ext cx="6133482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强弱是模型的属性，合不合适是你和它之间的关系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8680" y="5709666"/>
            <a:ext cx="4808994" cy="522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同一个模型，在离线评测里与在真人对话里，行为并不一致。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Wang, Ho &amp; Koyejo, Patterns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真实的职场，和干净的跑分榜，隔着整个现场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所以评估必须回到同样的语境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和职场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里发生，而不是在一间没有噪声的实验室里完成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3-fuzzy-to-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0685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实验室里的评测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条件干净、任务封闭、一次成型：题目给定，答案可对照，过程不必留痕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现场发生的工作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需求模糊、要多轮澄清、人始终在回路里：关键处由人拍板，而不是全自动跑完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756722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探讨的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正是在这种「不干净」里的表现</a:t>
            </a:r>
            <a:endParaRPr sz="16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所以我们换一种测法</a:t>
            </a:r>
            <a:r>
              <a:rPr lang="zh-CN" altLang="en-US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推荐</a:t>
            </a:r>
            <a:r>
              <a:rPr lang="en-US" altLang="zh-CN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只是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比通用能力的高下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比它和你的活合不合得来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我们给出的不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是分数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是契合度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契合度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=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你在意什么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×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它在这些方面的实测表现，因人而异，也因活而异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5-multidim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56" y="2066544"/>
            <a:ext cx="3116979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一个总分说明不了什么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63006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有人最怕返工，有人最要速度。压成一个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平均值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让人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取舍的信息就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丢失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17214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34918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76066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50386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795522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所以我们把视角变成参数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71010"/>
            <a:ext cx="4364897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六个通用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能力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维度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工种专项维度分别成绩，再按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的权重加权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；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模型打分的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客观榜与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主观榜并列呈现，不合成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单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榜单推荐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729734"/>
            <a:ext cx="436489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1851" y="5045875"/>
            <a:ext cx="436489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同一个 Agent，换个人看，排名就不同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0755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契合度不是它有多好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多强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而是它与你有多合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拍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灵感取自</a:t>
            </a:r>
            <a:r>
              <a:rPr lang="en-US" altLang="zh-CN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HR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面试场景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LLM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判定不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靠印象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46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所有候选做同一套题、按同一份标准判定，新发布的 Agent 也能被公平地看见。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39850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合并脏数据并补测试、定位并发计数错误、给公开接口做安全加固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同一内容改写给不同读者、事实校核并标注来源、压缩字数而不丢信息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做图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从一段需求描述推出画面参数、维持系列图的一致性、在冲突约束下取舍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73075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两道设计，让分数经得起追问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27532" y="4018788"/>
            <a:ext cx="5117439" cy="1359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68680" y="4059936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1143000" y="433425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25880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逐条判定，且必须引用原文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54880"/>
            <a:ext cx="4568799" cy="211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裁判要为每一条要点标注命中与否，找不到原文支撑的一律记未命中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6723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64427" y="4018788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205575" y="4059936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6479895" y="433425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62775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题面内置反注水探针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895" y="4754880"/>
            <a:ext cx="4568799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声称「已充分测试」却给不出用例，会被当场识别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空话说得越漂亮，暴露得越明显。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, Show me your code</a:t>
            </a:r>
            <a:r>
              <a:rPr lang="zh-CN" altLang="en-US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endParaRPr sz="115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22" y="5586945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不追求</a:t>
            </a:r>
            <a:r>
              <a:rPr lang="en-US" altLang="zh-CN"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benchmark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的题目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测得多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追求每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次打分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都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有迹可循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不能单打独斗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复杂任务需要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排兵布阵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按职能挑人、按流程落位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——让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数字员工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嵌进你已有的工作方式，而不是让你迁就它们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23" name="Picture 22" descr="n12-chess-for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371" y="2057400"/>
            <a:ext cx="2186418" cy="4069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先看阵型，再看单点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组队看的不是每个位置上最强的那个，而是这几个凑在一起，能不能把这条流程从头跑到尾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99288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10584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5173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2605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71188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落位到你现有的流程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04415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哪个环节交给谁、交接时带什么上下文、哪些环节仍然由人补位，都在组队时一并定下来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62600"/>
            <a:ext cx="5749884" cy="6157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选人只是第一步，摆得对位置，队伍才成立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让用户体会到带领数字员工攻坚克难的良好感觉。</a:t>
            </a:r>
            <a:endParaRPr sz="15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让这支队伍真的能干活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分工、交接、留痕，以及在关键处始终由人说了算。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四个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通力合作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谁能做什么、不能做什么、哪些动作必须人点头，都是程序会读取的字段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辅佐用户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提出需求、设定偏好，并对上线与撤回拍板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唯一放行权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3703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91407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532555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3806875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89755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编排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06875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拆解任务、分发执行，沿途传递上下文与状态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6875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06875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不可绕过决策方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7579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55283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96431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6470751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53631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(HR)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70751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把岗位要求拆成考察点，多轮提问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追问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、评估印象分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70751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70751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不参与</a:t>
            </a:r>
            <a:r>
              <a:rPr lang="zh-CN" altLang="en-US" sz="1100" b="1" dirty="0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打分</a:t>
            </a:r>
            <a:endParaRPr sz="1100" b="1" dirty="0">
              <a:solidFill>
                <a:srgbClr val="4A6B52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901455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819159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860307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9134627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317507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Agent(</a:t>
            </a: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赛博人事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134627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多维度实测评分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(Agent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KPI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测量与稳定性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34627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134627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不参与放行</a:t>
            </a:r>
            <a:endParaRPr sz="11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68680" y="4206240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交接时传递什么，决定了这条链路可不可信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" y="4590288"/>
            <a:ext cx="215364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交接环节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41785" y="4590288"/>
            <a:ext cx="298999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传递什么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086" y="4590288"/>
            <a:ext cx="487177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为什么这样设计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490118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1832" y="5001768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 → 出题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1785" y="5001768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岗位要求与偏好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8086" y="5001768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题目必须对准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工作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需求，而不是通用题库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68680" y="52486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1832" y="5349240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 → 评分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1785" y="5349240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实测记录与考察点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086" y="5349240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只依据实际作答判定，不看候选</a:t>
            </a:r>
            <a:r>
              <a:rPr lang="en-US" altLang="zh-CN"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来自哪里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68680" y="55961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41832" y="5696712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评分 → 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41785" y="5696712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分数、稳定性与原文证据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8086" y="5696712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决策者拿到的是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客观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证据，不是一句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简单的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结论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68680" y="594360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人不在流程之外，而在回路之上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altLang="zh-CN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要辅佐人上树摘果子，不能替人摘果后让人守株待兔</a:t>
            </a:r>
            <a:endParaRPr sz="16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pic>
        <p:nvPicPr>
          <p:cNvPr id="9" name="Picture 8" descr="n06-human-i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5256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拦得住 · 决定权不外包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高风险动作在人点头之前不会执行，流程原地挂起等你决定。每一次放行都是一次真实的职业判断，判断力用进废退——AgentCorp 把这些关口留在人手里。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09828" y="3977639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895344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41063"/>
            <a:ext cx="4756722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519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97096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撤得回 · 敢于亲自试更难的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72584"/>
            <a:ext cx="4208082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已执行的动作按相反顺序撤销，撤不掉的会被明确报出来。试错成本可控，人才敢去碰那些更难、更值得练的决策，而不是因为怕出错就绕开。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32704"/>
            <a:ext cx="47567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我们想让人越用越熟练，而不是越用越不敢自己动手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凭什么相信这个结论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73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先解决一个前提：让模型当裁判，裁判自己靠不靠谱。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同一份答案连打三次，分数常常并不一样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所以我们不采信任何一次单独的打分，而是用一整套办法把噪声压下去。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重复测量，取严不取宽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同一份答案独立评多次，每一次都达标才算达标；有一次掉下来，就不算可靠。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79895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62775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打飘了要能被发现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检查多次评分之间的离散程度，波动过大就下调置信度并转人工复核。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43000" y="4169664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25880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抵抗已知的偏见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每轮打乱维度顺序以避开位置效应，并明确要求不因回答长就给高分。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79895" y="416966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62775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分数的来源必须标清楚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真实裁判、部分降级还是完全降级，逐条标注；降级产生的结论不进经验库。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650992"/>
            <a:ext cx="10454335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我们只主张结论稳定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不主张结论正确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后者需要长期的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真实数据来验证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，描绘更精准的职场画像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每一步都留得下、看得懂、追得回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执行轨迹按行业通用字段记录，可回放、可归因，也可接入通用观测平台。</a:t>
            </a:r>
          </a:p>
        </p:txBody>
      </p:sp>
      <p:pic>
        <p:nvPicPr>
          <p:cNvPr id="9" name="Picture 8" descr="n08-evidence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92" y="2609035"/>
            <a:ext cx="4756722" cy="26549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记什么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07792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 Agent 调用了哪个能力、耗时与成本多少、每一步的输入输出与状态，全部逐条落盘。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282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459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871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61460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00659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为什么这样记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2084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字段采用通用语义，不绑定任何一家观测平台；整条链路可原样回放，审批与撤回也一并进流水。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可追溯不是附加功能，它是「可信」这两个字的前提。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走</a:t>
            </a: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到哪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里</a:t>
            </a:r>
            <a:r>
              <a:rPr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路在何方</a:t>
            </a:r>
            <a:endParaRPr sz="4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能跑、能验、能复现；也把还没做到的部分一并说清楚</a:t>
            </a:r>
            <a:r>
              <a:rPr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不是一张概念图，是能跑起来的东西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下列数字都可以用公开命令复现，验证报告由脚本生成而非手写。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651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前端自动化测试通过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284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055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54169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4169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69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服务端测试通过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7357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471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471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12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471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真实工种题 × 工种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2888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4659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73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8773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73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类型与规范检查错误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27532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68680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143000" y="38221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325880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已经能做的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112472"/>
            <a:ext cx="4568799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四个职能协同的完整闭环可离线跑通，包含真实工种实测、多维评分、人工审批与撤回，以及全链路留痕；也能挂接外部标准工具服务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6723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164427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205575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6479895" y="38221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62775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正在做的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895" y="418231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把评估层与执行层端到端打通、接入通用观测后端、扩充工种题库与真实任务样本，并对外发布可复用的能力接口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我们还没做到什么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复赛及以后的路线图</a:t>
            </a:r>
            <a:endParaRPr sz="14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41832" y="2267712"/>
            <a:ext cx="257182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959" y="2267712"/>
            <a:ext cx="758990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实际情况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78608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2571823" cy="205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稳 ≠ 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9959" y="2679192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目前验证的是结论稳定，尚未验证它能预测真实表现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9992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1832" y="3099816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959" y="3099816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现在测的是裁判稳不稳，还不是 Agent 干活稳不稳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198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41832" y="3520440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样本规模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9959" y="3520440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题库覆盖三类工种，尚未覆盖更多行业与长流程任务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404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41832" y="3941064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9959" y="3941064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通用字段已对齐，尚未接入观测后端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2611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41832" y="4361688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9959" y="4361688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只用一次、只有一个候选时，这套流程属于额外开销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09828" y="4832604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27532" y="4750308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68680" y="4791456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1143000" y="506577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25880" y="5010912"/>
            <a:ext cx="99056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下一步最重要的一件事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9905695" cy="2201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把「准入时的契合度评分」与「上线后的真实表现」做相关性验证：相关，就固化这套权重；不相关，就公开这个结果并重做维度体系。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开源的不是一个演示，是三个能单独取用的部件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任何在做 Agent 评估的团队，都可以只拿走其中一个，而不必接受整套框架。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评估方法层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重复测量与稳定性检查、评分偏差与一致性审计、抗偏见的评分提示词。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适用于任何以模型当裁判的场景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6775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38546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42661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能力注册内核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可注册、可覆盖、可注销，同类能力允许替换实现，与具体框架解耦。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93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0093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可移植到其他 Agent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568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94339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8454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观测投影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把自有轨迹映射为行业标准字段，纯函数、零依赖。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886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25886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不锁定任何观测供应商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4343400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4343400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654296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4754880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开源协议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4754880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MIT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00176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41832" y="5102352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接口契约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2699" y="5102352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工具调用的参数结构、鉴权方式、错误约定与审计要求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34924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41832" y="5449824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第三方依赖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99" y="5449824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前端 React 生态、桌面端 Electron、服务端 FastAPI，均为开源协议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69671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成员一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队长 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陈思丞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" y="2871216"/>
            <a:ext cx="3009290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清华大学文化心理学研究中心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心理学专业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Web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UI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设计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本项目分工：</a:t>
            </a:r>
            <a:r>
              <a:rPr lang="en-US" altLang="zh-CN"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产品经历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成员二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697" y="2884927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成员三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6714" y="2871216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498848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项目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2699" y="4498848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80974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1832" y="491032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32699" y="491032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altLang="zh-CN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+ </a:t>
            </a:r>
            <a:r>
              <a:rPr lang="en-US" altLang="zh-CN"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Eazo</a:t>
            </a:r>
            <a:r>
              <a:rPr lang="zh-CN" altLang="en-US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总决赛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68680" y="51755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41832" y="527608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作品合集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527608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作品集或个人主页链接</a:t>
            </a: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54126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564184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代码仓库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564184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https://github.com/EriXPsy/AgentCorp.git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868680" y="590702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560320"/>
            <a:ext cx="7736207" cy="1569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lang="zh-CN" altLang="en-US" sz="28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未来的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28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只会越来越多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  <a:p>
            <a:pPr>
              <a:spcAft>
                <a:spcPts val="40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难的从来不是找到一个能用的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而是找到那个合得来的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9884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4773168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　|　MIT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1294</Words>
  <Application>Microsoft Office PowerPoint</Application>
  <PresentationFormat>宽屏</PresentationFormat>
  <Paragraphs>273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阿里妈妈刀隶体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Sicheng Chen</cp:lastModifiedBy>
  <cp:revision>16</cp:revision>
  <dcterms:created xsi:type="dcterms:W3CDTF">2013-01-27T09:14:16Z</dcterms:created>
  <dcterms:modified xsi:type="dcterms:W3CDTF">2026-08-16T10:29:34Z</dcterms:modified>
  <cp:category/>
</cp:coreProperties>
</file>