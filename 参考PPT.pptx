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8" r:id="rId4"/>
    <p:sldId id="268" r:id="rId5"/>
    <p:sldId id="259" r:id="rId6"/>
    <p:sldId id="269" r:id="rId7"/>
    <p:sldId id="270" r:id="rId8"/>
    <p:sldId id="260" r:id="rId9"/>
    <p:sldId id="271" r:id="rId10"/>
    <p:sldId id="261" r:id="rId11"/>
    <p:sldId id="272" r:id="rId12"/>
    <p:sldId id="262" r:id="rId13"/>
    <p:sldId id="273" r:id="rId14"/>
    <p:sldId id="263" r:id="rId15"/>
    <p:sldId id="274" r:id="rId16"/>
    <p:sldId id="264" r:id="rId17"/>
    <p:sldId id="275" r:id="rId18"/>
    <p:sldId id="265" r:id="rId19"/>
    <p:sldId id="277" r:id="rId20"/>
    <p:sldId id="27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93" d="100"/>
          <a:sy n="93" d="100"/>
        </p:scale>
        <p:origin x="82" y="317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初赛方案 PPT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内容框架模板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Agent Infra 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新智基座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初赛 · 方案 PPT 模板</a:t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【在此填写项目名称】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【描述真实场景与核心痛点】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【概述端到端解决方案】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【列 1–2 个关键差异化优势】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【说明复用与迁移价值】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【说明当前完成度与里程碑】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文本框 4"/>
          <p:cNvSpPr txBox="1"/>
          <p:nvPr/>
        </p:nvSpPr>
        <p:spPr>
          <a:xfrm>
            <a:off x="244475" y="118935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建议覆盖目标用户与核心痛点、真实场景、可量化的价值收益、行业可复制性，以及你的创新点与差异化优势。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" y="2390775"/>
            <a:ext cx="5560060" cy="3127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68115" y="5574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（</a:t>
            </a:r>
            <a:r>
              <a:rPr lang="zh-CN" altLang="en-US"/>
              <a:t>示例</a:t>
            </a:r>
            <a:r>
              <a:rPr lang="en-US" altLang="zh-CN"/>
              <a:t>）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505" y="2390775"/>
            <a:ext cx="5485765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建议用一张架构图呈现整体方案，说明端到端主流程和关键技术选型的必要性。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415" y="1801495"/>
            <a:ext cx="7837805" cy="4418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Agent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分工、任务拆解、上下文传递与状态流转、异常与冲突处理，以及高风险动作的安全边界。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304415"/>
            <a:ext cx="5283200" cy="296418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2304415"/>
            <a:ext cx="5285740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清单与任务覆盖、单个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的规格（输入输出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依赖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失败处理）、复用性、生命周期管理，以及对官方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> Skills </a:t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>的复用。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165" y="2377440"/>
            <a:ext cx="5741670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建议覆盖可运行性、运行证据、可观测与检索链路、安全治理机制，以及云产品选型的必要性与边界。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1988820"/>
            <a:ext cx="3830087" cy="21600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535" y="1996440"/>
            <a:ext cx="3837275" cy="216000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200" y="4288155"/>
            <a:ext cx="3838315" cy="21600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535" y="4303395"/>
            <a:ext cx="38318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itchFamily="34" charset="0"/>
                <a:ea typeface="微软雅黑" pitchFamily="34" charset="0"/>
              </a:rPr>
              <a:t>建议覆盖可复用成果、接口契约与文档示例，以及开源协议与第三方依赖。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94360" y="129857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建议覆盖当前进展、里程碑与落地计划，以及风险控制。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2328545"/>
            <a:ext cx="4911725" cy="27686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210" y="2458720"/>
            <a:ext cx="5327015" cy="24822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团队介绍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团队介绍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94360" y="1513840"/>
            <a:ext cx="95345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可从以下方面介绍团队基本情况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1. 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成员背景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基本背景信息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（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学校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公司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、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岗位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专业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）</a:t>
            </a: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每位成员的核心技能是什么？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（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技术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、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专业领域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）</a:t>
            </a: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2. 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团队分工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请列出每位核心成员的角色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3. 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团队成果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过往项目经历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>/</a:t>
            </a: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获奖经历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作品合集链接</a:t>
            </a:r>
            <a:endParaRPr lang="zh-CN" altLang="en-US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Microsoft Office PowerPoint</Application>
  <PresentationFormat>宽屏</PresentationFormat>
  <Paragraphs>145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微软雅黑</vt:lpstr>
      <vt:lpstr>Arial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subject>PptxGenJS Presentation</dc:subject>
  <dc:creator>Datawhale</dc:creator>
  <cp:lastModifiedBy>Sicheng Chen</cp:lastModifiedBy>
  <cp:revision>6</cp:revision>
  <dcterms:created xsi:type="dcterms:W3CDTF">2026-08-01T12:03:46Z</dcterms:created>
  <dcterms:modified xsi:type="dcterms:W3CDTF">2026-08-15T22:51:40Z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